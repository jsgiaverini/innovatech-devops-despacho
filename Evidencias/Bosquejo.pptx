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71033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658495"/>
          </a:xfrm>
          <a:custGeom>
            <a:avLst/>
            <a:gdLst/>
            <a:ahLst/>
            <a:cxnLst/>
            <a:rect l="l" t="t" r="r" b="b"/>
            <a:pathLst>
              <a:path w="9144000" h="658495">
                <a:moveTo>
                  <a:pt x="9144000" y="0"/>
                </a:moveTo>
                <a:lnTo>
                  <a:pt x="0" y="0"/>
                </a:lnTo>
                <a:lnTo>
                  <a:pt x="0" y="658367"/>
                </a:lnTo>
                <a:lnTo>
                  <a:pt x="9144000" y="658367"/>
                </a:lnTo>
                <a:lnTo>
                  <a:pt x="9144000" y="0"/>
                </a:lnTo>
                <a:close/>
              </a:path>
            </a:pathLst>
          </a:custGeom>
          <a:solidFill>
            <a:srgbClr val="1A2D4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266674" cy="7193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20827"/>
            <a:ext cx="394779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309" y="852042"/>
            <a:ext cx="8501380" cy="1811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500" y="4944490"/>
            <a:ext cx="3623945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A2D4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181610"/>
            <a:chOff x="0" y="0"/>
            <a:chExt cx="9144000" cy="181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814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5"/>
              <a:ext cx="9144000" cy="120014"/>
            </a:xfrm>
            <a:custGeom>
              <a:avLst/>
              <a:gdLst/>
              <a:ahLst/>
              <a:cxnLst/>
              <a:rect l="l" t="t" r="r" b="b"/>
              <a:pathLst>
                <a:path w="9144000" h="120014">
                  <a:moveTo>
                    <a:pt x="9144000" y="0"/>
                  </a:moveTo>
                  <a:lnTo>
                    <a:pt x="0" y="0"/>
                  </a:lnTo>
                  <a:lnTo>
                    <a:pt x="0" y="119999"/>
                  </a:lnTo>
                  <a:lnTo>
                    <a:pt x="9144000" y="1199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5003290"/>
            <a:ext cx="9144000" cy="140335"/>
            <a:chOff x="0" y="5003290"/>
            <a:chExt cx="9144000" cy="1403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03290"/>
              <a:ext cx="9144000" cy="1402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5023499"/>
              <a:ext cx="9144000" cy="120014"/>
            </a:xfrm>
            <a:custGeom>
              <a:avLst/>
              <a:gdLst/>
              <a:ahLst/>
              <a:cxnLst/>
              <a:rect l="l" t="t" r="r" b="b"/>
              <a:pathLst>
                <a:path w="9144000" h="120014">
                  <a:moveTo>
                    <a:pt x="9144000" y="0"/>
                  </a:moveTo>
                  <a:lnTo>
                    <a:pt x="0" y="0"/>
                  </a:lnTo>
                  <a:lnTo>
                    <a:pt x="0" y="119999"/>
                  </a:lnTo>
                  <a:lnTo>
                    <a:pt x="9144000" y="1199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78991" y="324103"/>
            <a:ext cx="29819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244" y="410336"/>
            <a:ext cx="5559425" cy="1168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085"/>
              </a:lnSpc>
              <a:spcBef>
                <a:spcPts val="95"/>
              </a:spcBef>
            </a:pPr>
            <a:endParaRPr lang="es-CL" sz="2800" dirty="0">
              <a:latin typeface="Calibri"/>
              <a:cs typeface="Calibri"/>
            </a:endParaRPr>
          </a:p>
          <a:p>
            <a:pPr marL="909319">
              <a:lnSpc>
                <a:spcPct val="100000"/>
              </a:lnSpc>
              <a:spcBef>
                <a:spcPts val="1600"/>
              </a:spcBef>
            </a:pPr>
            <a:endParaRPr sz="36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8991" y="2623184"/>
            <a:ext cx="316103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8991" y="3324859"/>
            <a:ext cx="333438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719455"/>
            <a:chOff x="0" y="0"/>
            <a:chExt cx="9144000" cy="719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71033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658495"/>
            </a:xfrm>
            <a:custGeom>
              <a:avLst/>
              <a:gdLst/>
              <a:ahLst/>
              <a:cxnLst/>
              <a:rect l="l" t="t" r="r" b="b"/>
              <a:pathLst>
                <a:path w="9144000" h="658495">
                  <a:moveTo>
                    <a:pt x="9144000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9144000" y="6583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A2D4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66674" cy="7193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228600" cy="658495"/>
            </a:xfrm>
            <a:custGeom>
              <a:avLst/>
              <a:gdLst/>
              <a:ahLst/>
              <a:cxnLst/>
              <a:rect l="l" t="t" r="r" b="b"/>
              <a:pathLst>
                <a:path w="228600" h="658495">
                  <a:moveTo>
                    <a:pt x="228600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228600" y="65836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4881272"/>
            <a:ext cx="9144000" cy="262255"/>
            <a:chOff x="0" y="4881272"/>
            <a:chExt cx="9144000" cy="26225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881272"/>
              <a:ext cx="9144000" cy="2622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4000" y="0"/>
                  </a:moveTo>
                  <a:lnTo>
                    <a:pt x="0" y="0"/>
                  </a:lnTo>
                  <a:lnTo>
                    <a:pt x="0" y="251459"/>
                  </a:lnTo>
                  <a:lnTo>
                    <a:pt x="9144000" y="25145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A2D4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14</Words>
  <Application>Microsoft Office PowerPoint</Application>
  <PresentationFormat>Presentación en pantalla (16:9)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Calibri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</dc:creator>
  <cp:lastModifiedBy>Julio Igancio Soto Giaverini</cp:lastModifiedBy>
  <cp:revision>2</cp:revision>
  <dcterms:created xsi:type="dcterms:W3CDTF">2026-06-20T18:07:29Z</dcterms:created>
  <dcterms:modified xsi:type="dcterms:W3CDTF">2026-07-01T21:41:55Z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2026-06-19T00:00:00Z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2026-06-20T00:00:00Z</vt:filetime>
  </property>
  <property fmtid="{D5CDD505-2E9C-101B-9397-08002B2CF9AE}" pid="6" name="Producer">
    <vt:lpwstr>Microsoft® PowerPoint® para Microsoft 365</vt:lpwstr>
  </property>
</Properties>
</file>